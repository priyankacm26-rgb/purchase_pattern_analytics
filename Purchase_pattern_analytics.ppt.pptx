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5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9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6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90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8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0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4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4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37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746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94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030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4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4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4880" y="1127760"/>
            <a:ext cx="764032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DATAMITES INTERNSHIP</a:t>
            </a:r>
          </a:p>
          <a:p>
            <a:pPr>
              <a:defRPr sz="3600" b="1">
                <a:solidFill>
                  <a:srgbClr val="000000"/>
                </a:solidFill>
              </a:defRPr>
            </a:pPr>
            <a:endParaRPr lang="en-IN" sz="2800" dirty="0"/>
          </a:p>
          <a:p>
            <a:pPr>
              <a:defRPr sz="3600" b="1">
                <a:solidFill>
                  <a:srgbClr val="000000"/>
                </a:solidFill>
              </a:defRPr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PURCHASE PATTERN ANALYTICS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en-IN" dirty="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PROJECT TEAM ID: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PTID-CDA-DEC-25-1033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PROJECT ID: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CDACL005-Purchase Pattern Analytics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PROJECT BY: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PRIYANKA C METI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DATABASE MANAGEMENT SYSTEM 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SQL SERVER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VISUALIZATION TOOL :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PYTHON, APRIORI ALGORITHM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POWER BI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endParaRPr dirty="0">
              <a:solidFill>
                <a:schemeClr val="accent2">
                  <a:lumMod val="50000"/>
                </a:schemeClr>
              </a:solidFill>
            </a:endParaRPr>
          </a:p>
          <a:p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81519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Retail customers frequently purchase multiple products together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Understanding buying patterns improves basket value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cross-sell and merchandising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6532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Identify frequently bought-together products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Analyze customer purchasing behavior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Generate actionable retail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85873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Large retail transaction dataset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Product, customer, quantity, price and country data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Represents real-world retail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98477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Analytics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SQL for data cleaning and KPI calculation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Python for Market Basket Analysis using Apriori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Power BI for business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3121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Key 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Total Revenue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Total Transactions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Average Basket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46256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Customer Purchase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Multi-item transactions dominate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Repeat customers generate higher revenue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Strong cross-sell opportunities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8075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Market Basket Analysis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Frequent itemsets identified using Apriori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Strong associations measured using confidence and lift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Validates customer buying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15503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Business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Product bundling strategies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Cross-sell and upsell recommendations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Inventory and shelf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32783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Geographic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Country-wise revenue contribution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High-performing and growth regions identified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regional business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87102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End-to-end retail analytics solution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Transforms data into business insights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data-driven decision 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210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priyankacm26@gmail.com</cp:lastModifiedBy>
  <cp:revision>2</cp:revision>
  <dcterms:created xsi:type="dcterms:W3CDTF">2013-01-27T09:14:16Z</dcterms:created>
  <dcterms:modified xsi:type="dcterms:W3CDTF">2026-01-20T16:50:15Z</dcterms:modified>
  <cp:category/>
</cp:coreProperties>
</file>